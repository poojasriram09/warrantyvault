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bin Bold" charset="1" panose="00000800000000000000"/>
      <p:regular r:id="rId15"/>
    </p:embeddedFont>
    <p:embeddedFont>
      <p:font typeface="Norwester" charset="1" panose="00000506000000000000"/>
      <p:regular r:id="rId16"/>
    </p:embeddedFont>
    <p:embeddedFont>
      <p:font typeface="Montserrat Bold" charset="1" panose="00000800000000000000"/>
      <p:regular r:id="rId17"/>
    </p:embeddedFont>
    <p:embeddedFont>
      <p:font typeface="League Spartan" charset="1" panose="00000800000000000000"/>
      <p:regular r:id="rId18"/>
    </p:embeddedFont>
    <p:embeddedFont>
      <p:font typeface="Agrandir Grand Bold" charset="1" panose="00000807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65036" y="1842364"/>
            <a:ext cx="6602273" cy="6602273"/>
          </a:xfrm>
          <a:custGeom>
            <a:avLst/>
            <a:gdLst/>
            <a:ahLst/>
            <a:cxnLst/>
            <a:rect r="r" b="b" t="t" l="l"/>
            <a:pathLst>
              <a:path h="6602273" w="6602273">
                <a:moveTo>
                  <a:pt x="0" y="0"/>
                </a:moveTo>
                <a:lnTo>
                  <a:pt x="6602273" y="0"/>
                </a:lnTo>
                <a:lnTo>
                  <a:pt x="6602273" y="6602272"/>
                </a:lnTo>
                <a:lnTo>
                  <a:pt x="0" y="6602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11910" y="5789343"/>
            <a:ext cx="9894770" cy="9894770"/>
          </a:xfrm>
          <a:custGeom>
            <a:avLst/>
            <a:gdLst/>
            <a:ahLst/>
            <a:cxnLst/>
            <a:rect r="r" b="b" t="t" l="l"/>
            <a:pathLst>
              <a:path h="9894770" w="9894770">
                <a:moveTo>
                  <a:pt x="0" y="0"/>
                </a:moveTo>
                <a:lnTo>
                  <a:pt x="9894770" y="0"/>
                </a:lnTo>
                <a:lnTo>
                  <a:pt x="9894770" y="9894770"/>
                </a:lnTo>
                <a:lnTo>
                  <a:pt x="0" y="9894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48850" y="1654750"/>
            <a:ext cx="11056372" cy="11056372"/>
          </a:xfrm>
          <a:custGeom>
            <a:avLst/>
            <a:gdLst/>
            <a:ahLst/>
            <a:cxnLst/>
            <a:rect r="r" b="b" t="t" l="l"/>
            <a:pathLst>
              <a:path h="11056372" w="11056372">
                <a:moveTo>
                  <a:pt x="0" y="0"/>
                </a:moveTo>
                <a:lnTo>
                  <a:pt x="11056372" y="0"/>
                </a:lnTo>
                <a:lnTo>
                  <a:pt x="11056372" y="11056372"/>
                </a:lnTo>
                <a:lnTo>
                  <a:pt x="0" y="11056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52191" y="8933402"/>
            <a:ext cx="2130009" cy="649795"/>
          </a:xfrm>
          <a:custGeom>
            <a:avLst/>
            <a:gdLst/>
            <a:ahLst/>
            <a:cxnLst/>
            <a:rect r="r" b="b" t="t" l="l"/>
            <a:pathLst>
              <a:path h="649795" w="2130009">
                <a:moveTo>
                  <a:pt x="0" y="0"/>
                </a:moveTo>
                <a:lnTo>
                  <a:pt x="2130009" y="0"/>
                </a:lnTo>
                <a:lnTo>
                  <a:pt x="2130009" y="649796"/>
                </a:lnTo>
                <a:lnTo>
                  <a:pt x="0" y="649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999586" y="345919"/>
            <a:ext cx="1404566" cy="1365552"/>
            <a:chOff x="0" y="0"/>
            <a:chExt cx="1872755" cy="18207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72742" cy="1820799"/>
            </a:xfrm>
            <a:custGeom>
              <a:avLst/>
              <a:gdLst/>
              <a:ahLst/>
              <a:cxnLst/>
              <a:rect r="r" b="b" t="t" l="l"/>
              <a:pathLst>
                <a:path h="1820799" w="1872742">
                  <a:moveTo>
                    <a:pt x="0" y="0"/>
                  </a:moveTo>
                  <a:lnTo>
                    <a:pt x="1872742" y="0"/>
                  </a:lnTo>
                  <a:lnTo>
                    <a:pt x="1872742" y="1820799"/>
                  </a:lnTo>
                  <a:lnTo>
                    <a:pt x="0" y="1820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108324" y="405241"/>
            <a:ext cx="1201093" cy="1201093"/>
            <a:chOff x="0" y="0"/>
            <a:chExt cx="1601457" cy="16014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1470" cy="1601470"/>
            </a:xfrm>
            <a:custGeom>
              <a:avLst/>
              <a:gdLst/>
              <a:ahLst/>
              <a:cxnLst/>
              <a:rect r="r" b="b" t="t" l="l"/>
              <a:pathLst>
                <a:path h="1601470" w="1601470">
                  <a:moveTo>
                    <a:pt x="0" y="0"/>
                  </a:moveTo>
                  <a:lnTo>
                    <a:pt x="1601470" y="0"/>
                  </a:lnTo>
                  <a:lnTo>
                    <a:pt x="1601470" y="1601470"/>
                  </a:lnTo>
                  <a:lnTo>
                    <a:pt x="0" y="1601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152120" y="507635"/>
            <a:ext cx="7744292" cy="55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b="true" sz="1452" spc="200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  DATTA MEGHE COLLEGE OF ENGINEERING, AIROLI</a:t>
            </a:r>
          </a:p>
          <a:p>
            <a:pPr algn="ctr">
              <a:lnSpc>
                <a:spcPts val="2313"/>
              </a:lnSpc>
            </a:pPr>
            <a:r>
              <a:rPr lang="en-US" b="true" sz="1651" spc="228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DEPARTMENT OF ARTIFICIAL INTELLIGENCE &amp; DATA SCIENCE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59738" y="1053046"/>
            <a:ext cx="8816912" cy="317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b="true" sz="1651" spc="228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STUDENT HIVE OF ARTIFICIAL INTELLIGENCE &amp; DATA SCIENCE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344123" y="2984902"/>
            <a:ext cx="11599755" cy="3544929"/>
            <a:chOff x="0" y="0"/>
            <a:chExt cx="15466339" cy="472657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3484804" y="3854704"/>
              <a:ext cx="7856258" cy="482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56"/>
                </a:lnSpc>
              </a:pPr>
              <a:r>
                <a:rPr lang="en-US" sz="2945" spc="957">
                  <a:solidFill>
                    <a:srgbClr val="FFFFFF"/>
                  </a:solidFill>
                  <a:latin typeface="Norwester"/>
                  <a:ea typeface="Norwester"/>
                  <a:cs typeface="Norwester"/>
                  <a:sym typeface="Norwester"/>
                </a:rPr>
                <a:t>THE HEIST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1371282" y="588861"/>
              <a:ext cx="9839452" cy="1717434"/>
            </a:xfrm>
            <a:custGeom>
              <a:avLst/>
              <a:gdLst/>
              <a:ahLst/>
              <a:cxnLst/>
              <a:rect r="r" b="b" t="t" l="l"/>
              <a:pathLst>
                <a:path h="1717434" w="9839452">
                  <a:moveTo>
                    <a:pt x="0" y="0"/>
                  </a:moveTo>
                  <a:lnTo>
                    <a:pt x="9839452" y="0"/>
                  </a:lnTo>
                  <a:lnTo>
                    <a:pt x="9839452" y="1717434"/>
                  </a:lnTo>
                  <a:lnTo>
                    <a:pt x="0" y="1717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-269" r="0" b="-268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854253"/>
              <a:ext cx="3104820" cy="3590023"/>
            </a:xfrm>
            <a:custGeom>
              <a:avLst/>
              <a:gdLst/>
              <a:ahLst/>
              <a:cxnLst/>
              <a:rect r="r" b="b" t="t" l="l"/>
              <a:pathLst>
                <a:path h="3590023" w="3104820">
                  <a:moveTo>
                    <a:pt x="0" y="0"/>
                  </a:moveTo>
                  <a:lnTo>
                    <a:pt x="3104820" y="0"/>
                  </a:lnTo>
                  <a:lnTo>
                    <a:pt x="3104820" y="3590023"/>
                  </a:lnTo>
                  <a:lnTo>
                    <a:pt x="0" y="3590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840852" y="-114300"/>
              <a:ext cx="4968100" cy="1467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585"/>
                </a:lnSpc>
              </a:pPr>
              <a:r>
                <a:rPr lang="en-US" sz="6131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SHAIDS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244545" y="1243000"/>
              <a:ext cx="8425599" cy="2977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109"/>
                </a:lnSpc>
              </a:pPr>
              <a:r>
                <a:rPr lang="en-US" b="true" sz="12220" spc="-3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ackHive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10032" y="1214425"/>
              <a:ext cx="2284755" cy="35121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537"/>
                </a:lnSpc>
              </a:pPr>
              <a:r>
                <a:rPr lang="en-US" sz="14669" b="true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1670144" y="1243000"/>
              <a:ext cx="3796195" cy="2977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109"/>
                </a:lnSpc>
              </a:pPr>
              <a:r>
                <a:rPr lang="en-US" sz="12220" spc="-3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2.0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-1553937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0" y="0"/>
                </a:moveTo>
                <a:lnTo>
                  <a:pt x="4310739" y="0"/>
                </a:lnTo>
                <a:lnTo>
                  <a:pt x="43107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70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15552191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4310739" y="0"/>
                </a:moveTo>
                <a:lnTo>
                  <a:pt x="0" y="0"/>
                </a:lnTo>
                <a:lnTo>
                  <a:pt x="0" y="4114800"/>
                </a:lnTo>
                <a:lnTo>
                  <a:pt x="4310739" y="4114800"/>
                </a:lnTo>
                <a:lnTo>
                  <a:pt x="4310739" y="0"/>
                </a:lnTo>
                <a:close/>
              </a:path>
            </a:pathLst>
          </a:custGeom>
          <a:blipFill>
            <a:blip r:embed="rId14">
              <a:alphaModFix amt="70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01432" y="7304932"/>
            <a:ext cx="10653998" cy="2278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34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NAME -</a:t>
            </a:r>
          </a:p>
          <a:p>
            <a:pPr algn="l">
              <a:lnSpc>
                <a:spcPts val="5580"/>
              </a:lnSpc>
            </a:pPr>
            <a:r>
              <a:rPr lang="en-US" sz="34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DOMAIN -</a:t>
            </a:r>
          </a:p>
          <a:p>
            <a:pPr algn="l">
              <a:lnSpc>
                <a:spcPts val="5580"/>
              </a:lnSpc>
            </a:pPr>
            <a:r>
              <a:rPr lang="en-US" sz="34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 - 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5901502" y="0"/>
            <a:ext cx="2146792" cy="2709958"/>
            <a:chOff x="0" y="0"/>
            <a:chExt cx="2862390" cy="361327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62453" cy="3613277"/>
            </a:xfrm>
            <a:custGeom>
              <a:avLst/>
              <a:gdLst/>
              <a:ahLst/>
              <a:cxnLst/>
              <a:rect r="r" b="b" t="t" l="l"/>
              <a:pathLst>
                <a:path h="3613277" w="2862453">
                  <a:moveTo>
                    <a:pt x="0" y="0"/>
                  </a:moveTo>
                  <a:lnTo>
                    <a:pt x="2862453" y="0"/>
                  </a:lnTo>
                  <a:lnTo>
                    <a:pt x="2862453" y="3613277"/>
                  </a:lnTo>
                  <a:lnTo>
                    <a:pt x="0" y="3613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31" t="0" r="-129" b="0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439507" y="706854"/>
            <a:ext cx="1758342" cy="768584"/>
          </a:xfrm>
          <a:custGeom>
            <a:avLst/>
            <a:gdLst/>
            <a:ahLst/>
            <a:cxnLst/>
            <a:rect r="r" b="b" t="t" l="l"/>
            <a:pathLst>
              <a:path h="768584" w="1758342">
                <a:moveTo>
                  <a:pt x="0" y="0"/>
                </a:moveTo>
                <a:lnTo>
                  <a:pt x="1758343" y="0"/>
                </a:lnTo>
                <a:lnTo>
                  <a:pt x="1758343" y="768584"/>
                </a:lnTo>
                <a:lnTo>
                  <a:pt x="0" y="76858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-64766" r="0" b="-6401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65036" y="1842364"/>
            <a:ext cx="6602273" cy="6602273"/>
          </a:xfrm>
          <a:custGeom>
            <a:avLst/>
            <a:gdLst/>
            <a:ahLst/>
            <a:cxnLst/>
            <a:rect r="r" b="b" t="t" l="l"/>
            <a:pathLst>
              <a:path h="6602273" w="6602273">
                <a:moveTo>
                  <a:pt x="0" y="0"/>
                </a:moveTo>
                <a:lnTo>
                  <a:pt x="6602273" y="0"/>
                </a:lnTo>
                <a:lnTo>
                  <a:pt x="6602273" y="6602272"/>
                </a:lnTo>
                <a:lnTo>
                  <a:pt x="0" y="6602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11910" y="5789343"/>
            <a:ext cx="9894770" cy="9894770"/>
          </a:xfrm>
          <a:custGeom>
            <a:avLst/>
            <a:gdLst/>
            <a:ahLst/>
            <a:cxnLst/>
            <a:rect r="r" b="b" t="t" l="l"/>
            <a:pathLst>
              <a:path h="9894770" w="9894770">
                <a:moveTo>
                  <a:pt x="0" y="0"/>
                </a:moveTo>
                <a:lnTo>
                  <a:pt x="9894770" y="0"/>
                </a:lnTo>
                <a:lnTo>
                  <a:pt x="9894770" y="9894770"/>
                </a:lnTo>
                <a:lnTo>
                  <a:pt x="0" y="9894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48850" y="1654750"/>
            <a:ext cx="11056372" cy="11056372"/>
          </a:xfrm>
          <a:custGeom>
            <a:avLst/>
            <a:gdLst/>
            <a:ahLst/>
            <a:cxnLst/>
            <a:rect r="r" b="b" t="t" l="l"/>
            <a:pathLst>
              <a:path h="11056372" w="11056372">
                <a:moveTo>
                  <a:pt x="0" y="0"/>
                </a:moveTo>
                <a:lnTo>
                  <a:pt x="11056372" y="0"/>
                </a:lnTo>
                <a:lnTo>
                  <a:pt x="11056372" y="11056372"/>
                </a:lnTo>
                <a:lnTo>
                  <a:pt x="0" y="11056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52191" y="8933402"/>
            <a:ext cx="2130009" cy="649795"/>
          </a:xfrm>
          <a:custGeom>
            <a:avLst/>
            <a:gdLst/>
            <a:ahLst/>
            <a:cxnLst/>
            <a:rect r="r" b="b" t="t" l="l"/>
            <a:pathLst>
              <a:path h="649795" w="2130009">
                <a:moveTo>
                  <a:pt x="0" y="0"/>
                </a:moveTo>
                <a:lnTo>
                  <a:pt x="2130009" y="0"/>
                </a:lnTo>
                <a:lnTo>
                  <a:pt x="2130009" y="649796"/>
                </a:lnTo>
                <a:lnTo>
                  <a:pt x="0" y="649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53937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0" y="0"/>
                </a:moveTo>
                <a:lnTo>
                  <a:pt x="4310739" y="0"/>
                </a:lnTo>
                <a:lnTo>
                  <a:pt x="43107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552191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4310739" y="0"/>
                </a:moveTo>
                <a:lnTo>
                  <a:pt x="0" y="0"/>
                </a:lnTo>
                <a:lnTo>
                  <a:pt x="0" y="4114800"/>
                </a:lnTo>
                <a:lnTo>
                  <a:pt x="4310739" y="4114800"/>
                </a:lnTo>
                <a:lnTo>
                  <a:pt x="4310739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605720" y="549345"/>
            <a:ext cx="7097554" cy="89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2"/>
              </a:lnSpc>
            </a:pPr>
            <a:r>
              <a:rPr lang="en-US" sz="449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022149"/>
            <a:ext cx="13677900" cy="14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1692" indent="-277231" lvl="2">
              <a:lnSpc>
                <a:spcPts val="5239"/>
              </a:lnSpc>
              <a:buFont typeface="Arial"/>
              <a:buChar char="⚬"/>
            </a:pPr>
            <a:r>
              <a:rPr lang="en-US" sz="363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DEFINE THE PROBLEM AND THE TARGET USERS.</a:t>
            </a:r>
          </a:p>
          <a:p>
            <a:pPr algn="l" marL="831692" indent="-277231" lvl="2">
              <a:lnSpc>
                <a:spcPts val="5239"/>
              </a:lnSpc>
              <a:buFont typeface="Arial"/>
              <a:buChar char="⚬"/>
            </a:pPr>
            <a:r>
              <a:rPr lang="en-US" sz="363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EXPLAIN WHY THE PROBLEM NEEDS A SOLUTION.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901502" y="0"/>
            <a:ext cx="2146792" cy="2709958"/>
            <a:chOff x="0" y="0"/>
            <a:chExt cx="2862390" cy="36132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62453" cy="3613277"/>
            </a:xfrm>
            <a:custGeom>
              <a:avLst/>
              <a:gdLst/>
              <a:ahLst/>
              <a:cxnLst/>
              <a:rect r="r" b="b" t="t" l="l"/>
              <a:pathLst>
                <a:path h="3613277" w="2862453">
                  <a:moveTo>
                    <a:pt x="0" y="0"/>
                  </a:moveTo>
                  <a:lnTo>
                    <a:pt x="2862453" y="0"/>
                  </a:lnTo>
                  <a:lnTo>
                    <a:pt x="2862453" y="3613277"/>
                  </a:lnTo>
                  <a:lnTo>
                    <a:pt x="0" y="3613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31" t="0" r="-129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39507" y="706854"/>
            <a:ext cx="1758342" cy="768584"/>
          </a:xfrm>
          <a:custGeom>
            <a:avLst/>
            <a:gdLst/>
            <a:ahLst/>
            <a:cxnLst/>
            <a:rect r="r" b="b" t="t" l="l"/>
            <a:pathLst>
              <a:path h="768584" w="1758342">
                <a:moveTo>
                  <a:pt x="0" y="0"/>
                </a:moveTo>
                <a:lnTo>
                  <a:pt x="1758343" y="0"/>
                </a:lnTo>
                <a:lnTo>
                  <a:pt x="1758343" y="768584"/>
                </a:lnTo>
                <a:lnTo>
                  <a:pt x="0" y="7685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64766" r="0" b="-6401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65036" y="1842364"/>
            <a:ext cx="6602273" cy="6602273"/>
          </a:xfrm>
          <a:custGeom>
            <a:avLst/>
            <a:gdLst/>
            <a:ahLst/>
            <a:cxnLst/>
            <a:rect r="r" b="b" t="t" l="l"/>
            <a:pathLst>
              <a:path h="6602273" w="6602273">
                <a:moveTo>
                  <a:pt x="0" y="0"/>
                </a:moveTo>
                <a:lnTo>
                  <a:pt x="6602273" y="0"/>
                </a:lnTo>
                <a:lnTo>
                  <a:pt x="6602273" y="6602272"/>
                </a:lnTo>
                <a:lnTo>
                  <a:pt x="0" y="6602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11910" y="5789343"/>
            <a:ext cx="9894770" cy="9894770"/>
          </a:xfrm>
          <a:custGeom>
            <a:avLst/>
            <a:gdLst/>
            <a:ahLst/>
            <a:cxnLst/>
            <a:rect r="r" b="b" t="t" l="l"/>
            <a:pathLst>
              <a:path h="9894770" w="9894770">
                <a:moveTo>
                  <a:pt x="0" y="0"/>
                </a:moveTo>
                <a:lnTo>
                  <a:pt x="9894770" y="0"/>
                </a:lnTo>
                <a:lnTo>
                  <a:pt x="9894770" y="9894770"/>
                </a:lnTo>
                <a:lnTo>
                  <a:pt x="0" y="9894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48850" y="1654750"/>
            <a:ext cx="11056372" cy="11056372"/>
          </a:xfrm>
          <a:custGeom>
            <a:avLst/>
            <a:gdLst/>
            <a:ahLst/>
            <a:cxnLst/>
            <a:rect r="r" b="b" t="t" l="l"/>
            <a:pathLst>
              <a:path h="11056372" w="11056372">
                <a:moveTo>
                  <a:pt x="0" y="0"/>
                </a:moveTo>
                <a:lnTo>
                  <a:pt x="11056372" y="0"/>
                </a:lnTo>
                <a:lnTo>
                  <a:pt x="11056372" y="11056372"/>
                </a:lnTo>
                <a:lnTo>
                  <a:pt x="0" y="11056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52191" y="8933402"/>
            <a:ext cx="2130009" cy="649795"/>
          </a:xfrm>
          <a:custGeom>
            <a:avLst/>
            <a:gdLst/>
            <a:ahLst/>
            <a:cxnLst/>
            <a:rect r="r" b="b" t="t" l="l"/>
            <a:pathLst>
              <a:path h="649795" w="2130009">
                <a:moveTo>
                  <a:pt x="0" y="0"/>
                </a:moveTo>
                <a:lnTo>
                  <a:pt x="2130009" y="0"/>
                </a:lnTo>
                <a:lnTo>
                  <a:pt x="2130009" y="649796"/>
                </a:lnTo>
                <a:lnTo>
                  <a:pt x="0" y="649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53937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0" y="0"/>
                </a:moveTo>
                <a:lnTo>
                  <a:pt x="4310739" y="0"/>
                </a:lnTo>
                <a:lnTo>
                  <a:pt x="43107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552191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4310739" y="0"/>
                </a:moveTo>
                <a:lnTo>
                  <a:pt x="0" y="0"/>
                </a:lnTo>
                <a:lnTo>
                  <a:pt x="0" y="4114800"/>
                </a:lnTo>
                <a:lnTo>
                  <a:pt x="4310739" y="4114800"/>
                </a:lnTo>
                <a:lnTo>
                  <a:pt x="4310739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88949" y="531562"/>
            <a:ext cx="13331104" cy="902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2"/>
              </a:lnSpc>
            </a:pPr>
            <a:r>
              <a:rPr lang="en-US" sz="4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PROPOSED SOLUTION AND UNIQUE FEATURE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022149"/>
            <a:ext cx="11391900" cy="208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1692" indent="-277231" lvl="2">
              <a:lnSpc>
                <a:spcPts val="5239"/>
              </a:lnSpc>
              <a:buFont typeface="Arial"/>
              <a:buChar char="⚬"/>
            </a:pPr>
            <a:r>
              <a:rPr lang="en-US" sz="363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DESCRIBE YOUR SOLUTION APPROACH.</a:t>
            </a:r>
          </a:p>
          <a:p>
            <a:pPr algn="l" marL="831692" indent="-277231" lvl="2">
              <a:lnSpc>
                <a:spcPts val="5239"/>
              </a:lnSpc>
              <a:buFont typeface="Arial"/>
              <a:buChar char="⚬"/>
            </a:pPr>
            <a:r>
              <a:rPr lang="en-US" sz="363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EXPLAIN HOW IT SOLVES THE PROBLEM.</a:t>
            </a:r>
          </a:p>
          <a:p>
            <a:pPr algn="l" marL="831692" indent="-277231" lvl="2">
              <a:lnSpc>
                <a:spcPts val="5239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5901502" y="0"/>
            <a:ext cx="2146792" cy="2709958"/>
            <a:chOff x="0" y="0"/>
            <a:chExt cx="2862390" cy="36132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62453" cy="3613277"/>
            </a:xfrm>
            <a:custGeom>
              <a:avLst/>
              <a:gdLst/>
              <a:ahLst/>
              <a:cxnLst/>
              <a:rect r="r" b="b" t="t" l="l"/>
              <a:pathLst>
                <a:path h="3613277" w="2862453">
                  <a:moveTo>
                    <a:pt x="0" y="0"/>
                  </a:moveTo>
                  <a:lnTo>
                    <a:pt x="2862453" y="0"/>
                  </a:lnTo>
                  <a:lnTo>
                    <a:pt x="2862453" y="3613277"/>
                  </a:lnTo>
                  <a:lnTo>
                    <a:pt x="0" y="3613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31" t="0" r="-129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39507" y="706854"/>
            <a:ext cx="1758342" cy="768584"/>
          </a:xfrm>
          <a:custGeom>
            <a:avLst/>
            <a:gdLst/>
            <a:ahLst/>
            <a:cxnLst/>
            <a:rect r="r" b="b" t="t" l="l"/>
            <a:pathLst>
              <a:path h="768584" w="1758342">
                <a:moveTo>
                  <a:pt x="0" y="0"/>
                </a:moveTo>
                <a:lnTo>
                  <a:pt x="1758343" y="0"/>
                </a:lnTo>
                <a:lnTo>
                  <a:pt x="1758343" y="768584"/>
                </a:lnTo>
                <a:lnTo>
                  <a:pt x="0" y="7685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64766" r="0" b="-6401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34556" y="1866900"/>
            <a:ext cx="6602273" cy="6602273"/>
          </a:xfrm>
          <a:custGeom>
            <a:avLst/>
            <a:gdLst/>
            <a:ahLst/>
            <a:cxnLst/>
            <a:rect r="r" b="b" t="t" l="l"/>
            <a:pathLst>
              <a:path h="6602273" w="6602273">
                <a:moveTo>
                  <a:pt x="0" y="0"/>
                </a:moveTo>
                <a:lnTo>
                  <a:pt x="6602273" y="0"/>
                </a:lnTo>
                <a:lnTo>
                  <a:pt x="6602273" y="6602273"/>
                </a:lnTo>
                <a:lnTo>
                  <a:pt x="0" y="66022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11910" y="5789343"/>
            <a:ext cx="9894770" cy="9894770"/>
          </a:xfrm>
          <a:custGeom>
            <a:avLst/>
            <a:gdLst/>
            <a:ahLst/>
            <a:cxnLst/>
            <a:rect r="r" b="b" t="t" l="l"/>
            <a:pathLst>
              <a:path h="9894770" w="9894770">
                <a:moveTo>
                  <a:pt x="0" y="0"/>
                </a:moveTo>
                <a:lnTo>
                  <a:pt x="9894770" y="0"/>
                </a:lnTo>
                <a:lnTo>
                  <a:pt x="9894770" y="9894770"/>
                </a:lnTo>
                <a:lnTo>
                  <a:pt x="0" y="9894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48850" y="1654750"/>
            <a:ext cx="11056372" cy="11056372"/>
          </a:xfrm>
          <a:custGeom>
            <a:avLst/>
            <a:gdLst/>
            <a:ahLst/>
            <a:cxnLst/>
            <a:rect r="r" b="b" t="t" l="l"/>
            <a:pathLst>
              <a:path h="11056372" w="11056372">
                <a:moveTo>
                  <a:pt x="0" y="0"/>
                </a:moveTo>
                <a:lnTo>
                  <a:pt x="11056372" y="0"/>
                </a:lnTo>
                <a:lnTo>
                  <a:pt x="11056372" y="11056372"/>
                </a:lnTo>
                <a:lnTo>
                  <a:pt x="0" y="11056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52191" y="8933402"/>
            <a:ext cx="2130009" cy="649795"/>
          </a:xfrm>
          <a:custGeom>
            <a:avLst/>
            <a:gdLst/>
            <a:ahLst/>
            <a:cxnLst/>
            <a:rect r="r" b="b" t="t" l="l"/>
            <a:pathLst>
              <a:path h="649795" w="2130009">
                <a:moveTo>
                  <a:pt x="0" y="0"/>
                </a:moveTo>
                <a:lnTo>
                  <a:pt x="2130009" y="0"/>
                </a:lnTo>
                <a:lnTo>
                  <a:pt x="2130009" y="649796"/>
                </a:lnTo>
                <a:lnTo>
                  <a:pt x="0" y="649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53937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0" y="0"/>
                </a:moveTo>
                <a:lnTo>
                  <a:pt x="4310739" y="0"/>
                </a:lnTo>
                <a:lnTo>
                  <a:pt x="43107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552191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4310739" y="0"/>
                </a:moveTo>
                <a:lnTo>
                  <a:pt x="0" y="0"/>
                </a:lnTo>
                <a:lnTo>
                  <a:pt x="0" y="4114800"/>
                </a:lnTo>
                <a:lnTo>
                  <a:pt x="4310739" y="4114800"/>
                </a:lnTo>
                <a:lnTo>
                  <a:pt x="4310739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57957" y="556965"/>
            <a:ext cx="11993089" cy="89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2"/>
              </a:lnSpc>
            </a:pPr>
            <a:r>
              <a:rPr lang="en-US" sz="449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TECHNICAL APPROACH &amp; WORKFLOW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1259" y="3022149"/>
            <a:ext cx="12027941" cy="14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1692" indent="-277231" lvl="2">
              <a:lnSpc>
                <a:spcPts val="5239"/>
              </a:lnSpc>
              <a:buFont typeface="Arial"/>
              <a:buChar char="⚬"/>
            </a:pPr>
            <a:r>
              <a:rPr lang="en-US" sz="363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LIST THE TOOLS AND TECHNOLOGIES USED.</a:t>
            </a:r>
          </a:p>
          <a:p>
            <a:pPr algn="l" marL="831692" indent="-277231" lvl="2">
              <a:lnSpc>
                <a:spcPts val="5239"/>
              </a:lnSpc>
              <a:buFont typeface="Arial"/>
              <a:buChar char="⚬"/>
            </a:pPr>
            <a:r>
              <a:rPr lang="en-US" sz="363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EXPLAIN THE SYSTEM WORKFLOW.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901502" y="0"/>
            <a:ext cx="2146792" cy="2709958"/>
            <a:chOff x="0" y="0"/>
            <a:chExt cx="2862390" cy="36132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62453" cy="3613277"/>
            </a:xfrm>
            <a:custGeom>
              <a:avLst/>
              <a:gdLst/>
              <a:ahLst/>
              <a:cxnLst/>
              <a:rect r="r" b="b" t="t" l="l"/>
              <a:pathLst>
                <a:path h="3613277" w="2862453">
                  <a:moveTo>
                    <a:pt x="0" y="0"/>
                  </a:moveTo>
                  <a:lnTo>
                    <a:pt x="2862453" y="0"/>
                  </a:lnTo>
                  <a:lnTo>
                    <a:pt x="2862453" y="3613277"/>
                  </a:lnTo>
                  <a:lnTo>
                    <a:pt x="0" y="3613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31" t="0" r="-129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39507" y="706854"/>
            <a:ext cx="1758342" cy="768584"/>
          </a:xfrm>
          <a:custGeom>
            <a:avLst/>
            <a:gdLst/>
            <a:ahLst/>
            <a:cxnLst/>
            <a:rect r="r" b="b" t="t" l="l"/>
            <a:pathLst>
              <a:path h="768584" w="1758342">
                <a:moveTo>
                  <a:pt x="0" y="0"/>
                </a:moveTo>
                <a:lnTo>
                  <a:pt x="1758343" y="0"/>
                </a:lnTo>
                <a:lnTo>
                  <a:pt x="1758343" y="768584"/>
                </a:lnTo>
                <a:lnTo>
                  <a:pt x="0" y="7685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64766" r="0" b="-6401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65036" y="1842364"/>
            <a:ext cx="6602273" cy="6602273"/>
          </a:xfrm>
          <a:custGeom>
            <a:avLst/>
            <a:gdLst/>
            <a:ahLst/>
            <a:cxnLst/>
            <a:rect r="r" b="b" t="t" l="l"/>
            <a:pathLst>
              <a:path h="6602273" w="6602273">
                <a:moveTo>
                  <a:pt x="0" y="0"/>
                </a:moveTo>
                <a:lnTo>
                  <a:pt x="6602273" y="0"/>
                </a:lnTo>
                <a:lnTo>
                  <a:pt x="6602273" y="6602272"/>
                </a:lnTo>
                <a:lnTo>
                  <a:pt x="0" y="6602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11910" y="5789343"/>
            <a:ext cx="9894770" cy="9894770"/>
          </a:xfrm>
          <a:custGeom>
            <a:avLst/>
            <a:gdLst/>
            <a:ahLst/>
            <a:cxnLst/>
            <a:rect r="r" b="b" t="t" l="l"/>
            <a:pathLst>
              <a:path h="9894770" w="9894770">
                <a:moveTo>
                  <a:pt x="0" y="0"/>
                </a:moveTo>
                <a:lnTo>
                  <a:pt x="9894770" y="0"/>
                </a:lnTo>
                <a:lnTo>
                  <a:pt x="9894770" y="9894770"/>
                </a:lnTo>
                <a:lnTo>
                  <a:pt x="0" y="9894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48850" y="1654750"/>
            <a:ext cx="11056372" cy="11056372"/>
          </a:xfrm>
          <a:custGeom>
            <a:avLst/>
            <a:gdLst/>
            <a:ahLst/>
            <a:cxnLst/>
            <a:rect r="r" b="b" t="t" l="l"/>
            <a:pathLst>
              <a:path h="11056372" w="11056372">
                <a:moveTo>
                  <a:pt x="0" y="0"/>
                </a:moveTo>
                <a:lnTo>
                  <a:pt x="11056372" y="0"/>
                </a:lnTo>
                <a:lnTo>
                  <a:pt x="11056372" y="11056372"/>
                </a:lnTo>
                <a:lnTo>
                  <a:pt x="0" y="11056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52191" y="8933402"/>
            <a:ext cx="2130009" cy="649795"/>
          </a:xfrm>
          <a:custGeom>
            <a:avLst/>
            <a:gdLst/>
            <a:ahLst/>
            <a:cxnLst/>
            <a:rect r="r" b="b" t="t" l="l"/>
            <a:pathLst>
              <a:path h="649795" w="2130009">
                <a:moveTo>
                  <a:pt x="0" y="0"/>
                </a:moveTo>
                <a:lnTo>
                  <a:pt x="2130009" y="0"/>
                </a:lnTo>
                <a:lnTo>
                  <a:pt x="2130009" y="649796"/>
                </a:lnTo>
                <a:lnTo>
                  <a:pt x="0" y="649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53937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0" y="0"/>
                </a:moveTo>
                <a:lnTo>
                  <a:pt x="4310739" y="0"/>
                </a:lnTo>
                <a:lnTo>
                  <a:pt x="43107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552191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4310739" y="0"/>
                </a:moveTo>
                <a:lnTo>
                  <a:pt x="0" y="0"/>
                </a:lnTo>
                <a:lnTo>
                  <a:pt x="0" y="4114800"/>
                </a:lnTo>
                <a:lnTo>
                  <a:pt x="4310739" y="4114800"/>
                </a:lnTo>
                <a:lnTo>
                  <a:pt x="4310739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863692" y="566661"/>
            <a:ext cx="10560615" cy="847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2"/>
              </a:lnSpc>
            </a:pPr>
            <a:r>
              <a:rPr lang="en-US" sz="449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FEASIBILITY AND VIABILITY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1259" y="3022149"/>
            <a:ext cx="14930933" cy="14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1692" indent="-277231" lvl="2">
              <a:lnSpc>
                <a:spcPts val="5239"/>
              </a:lnSpc>
              <a:buFont typeface="Arial"/>
              <a:buChar char="⚬"/>
            </a:pPr>
            <a:r>
              <a:rPr lang="en-US" sz="363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EXPLAIN HOW THE SOLUTION CAN BE IMPLEMENTED.</a:t>
            </a:r>
          </a:p>
          <a:p>
            <a:pPr algn="l" marL="831692" indent="-277231" lvl="2">
              <a:lnSpc>
                <a:spcPts val="5239"/>
              </a:lnSpc>
              <a:buFont typeface="Arial"/>
              <a:buChar char="⚬"/>
            </a:pPr>
            <a:r>
              <a:rPr lang="en-US" sz="363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JUSTIFY ITS PRACTICALITY AND SUSTAINABILITY.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901502" y="0"/>
            <a:ext cx="2146792" cy="2709958"/>
            <a:chOff x="0" y="0"/>
            <a:chExt cx="2862390" cy="36132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62453" cy="3613277"/>
            </a:xfrm>
            <a:custGeom>
              <a:avLst/>
              <a:gdLst/>
              <a:ahLst/>
              <a:cxnLst/>
              <a:rect r="r" b="b" t="t" l="l"/>
              <a:pathLst>
                <a:path h="3613277" w="2862453">
                  <a:moveTo>
                    <a:pt x="0" y="0"/>
                  </a:moveTo>
                  <a:lnTo>
                    <a:pt x="2862453" y="0"/>
                  </a:lnTo>
                  <a:lnTo>
                    <a:pt x="2862453" y="3613277"/>
                  </a:lnTo>
                  <a:lnTo>
                    <a:pt x="0" y="3613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31" t="0" r="-129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39507" y="706854"/>
            <a:ext cx="1758342" cy="768584"/>
          </a:xfrm>
          <a:custGeom>
            <a:avLst/>
            <a:gdLst/>
            <a:ahLst/>
            <a:cxnLst/>
            <a:rect r="r" b="b" t="t" l="l"/>
            <a:pathLst>
              <a:path h="768584" w="1758342">
                <a:moveTo>
                  <a:pt x="0" y="0"/>
                </a:moveTo>
                <a:lnTo>
                  <a:pt x="1758343" y="0"/>
                </a:lnTo>
                <a:lnTo>
                  <a:pt x="1758343" y="768584"/>
                </a:lnTo>
                <a:lnTo>
                  <a:pt x="0" y="7685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64766" r="0" b="-6401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65036" y="1842364"/>
            <a:ext cx="6602273" cy="6602273"/>
          </a:xfrm>
          <a:custGeom>
            <a:avLst/>
            <a:gdLst/>
            <a:ahLst/>
            <a:cxnLst/>
            <a:rect r="r" b="b" t="t" l="l"/>
            <a:pathLst>
              <a:path h="6602273" w="6602273">
                <a:moveTo>
                  <a:pt x="0" y="0"/>
                </a:moveTo>
                <a:lnTo>
                  <a:pt x="6602273" y="0"/>
                </a:lnTo>
                <a:lnTo>
                  <a:pt x="6602273" y="6602272"/>
                </a:lnTo>
                <a:lnTo>
                  <a:pt x="0" y="6602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11910" y="5789343"/>
            <a:ext cx="9894770" cy="9894770"/>
          </a:xfrm>
          <a:custGeom>
            <a:avLst/>
            <a:gdLst/>
            <a:ahLst/>
            <a:cxnLst/>
            <a:rect r="r" b="b" t="t" l="l"/>
            <a:pathLst>
              <a:path h="9894770" w="9894770">
                <a:moveTo>
                  <a:pt x="0" y="0"/>
                </a:moveTo>
                <a:lnTo>
                  <a:pt x="9894770" y="0"/>
                </a:lnTo>
                <a:lnTo>
                  <a:pt x="9894770" y="9894770"/>
                </a:lnTo>
                <a:lnTo>
                  <a:pt x="0" y="9894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48850" y="1654750"/>
            <a:ext cx="11056372" cy="11056372"/>
          </a:xfrm>
          <a:custGeom>
            <a:avLst/>
            <a:gdLst/>
            <a:ahLst/>
            <a:cxnLst/>
            <a:rect r="r" b="b" t="t" l="l"/>
            <a:pathLst>
              <a:path h="11056372" w="11056372">
                <a:moveTo>
                  <a:pt x="0" y="0"/>
                </a:moveTo>
                <a:lnTo>
                  <a:pt x="11056372" y="0"/>
                </a:lnTo>
                <a:lnTo>
                  <a:pt x="11056372" y="11056372"/>
                </a:lnTo>
                <a:lnTo>
                  <a:pt x="0" y="11056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52191" y="8933402"/>
            <a:ext cx="2130009" cy="649795"/>
          </a:xfrm>
          <a:custGeom>
            <a:avLst/>
            <a:gdLst/>
            <a:ahLst/>
            <a:cxnLst/>
            <a:rect r="r" b="b" t="t" l="l"/>
            <a:pathLst>
              <a:path h="649795" w="2130009">
                <a:moveTo>
                  <a:pt x="0" y="0"/>
                </a:moveTo>
                <a:lnTo>
                  <a:pt x="2130009" y="0"/>
                </a:lnTo>
                <a:lnTo>
                  <a:pt x="2130009" y="649796"/>
                </a:lnTo>
                <a:lnTo>
                  <a:pt x="0" y="649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53937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0" y="0"/>
                </a:moveTo>
                <a:lnTo>
                  <a:pt x="4310739" y="0"/>
                </a:lnTo>
                <a:lnTo>
                  <a:pt x="43107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552191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4310739" y="0"/>
                </a:moveTo>
                <a:lnTo>
                  <a:pt x="0" y="0"/>
                </a:lnTo>
                <a:lnTo>
                  <a:pt x="0" y="4114800"/>
                </a:lnTo>
                <a:lnTo>
                  <a:pt x="4310739" y="4114800"/>
                </a:lnTo>
                <a:lnTo>
                  <a:pt x="4310739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863692" y="604761"/>
            <a:ext cx="10560615" cy="855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2"/>
              </a:lnSpc>
            </a:pPr>
            <a:r>
              <a:rPr lang="en-US" sz="48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MODEL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1259" y="3022149"/>
            <a:ext cx="16142741" cy="275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1692" indent="-277231" lvl="2">
              <a:lnSpc>
                <a:spcPts val="5239"/>
              </a:lnSpc>
              <a:buFont typeface="Arial"/>
              <a:buChar char="⚬"/>
            </a:pPr>
            <a:r>
              <a:rPr lang="en-US" sz="363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IDENTIFY TARGET USERS AND THE VALUE PROPOSITION OF THE SOLUTION.</a:t>
            </a:r>
          </a:p>
          <a:p>
            <a:pPr algn="l" marL="831692" indent="-277231" lvl="2">
              <a:lnSpc>
                <a:spcPts val="5239"/>
              </a:lnSpc>
              <a:buFont typeface="Arial"/>
              <a:buChar char="⚬"/>
            </a:pPr>
            <a:r>
              <a:rPr lang="en-US" sz="363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EXPLAIN THE REVENUE MODEL AND POTENTIAL MARKET VIABILITY.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901502" y="0"/>
            <a:ext cx="2146792" cy="2709958"/>
            <a:chOff x="0" y="0"/>
            <a:chExt cx="2862390" cy="36132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62453" cy="3613277"/>
            </a:xfrm>
            <a:custGeom>
              <a:avLst/>
              <a:gdLst/>
              <a:ahLst/>
              <a:cxnLst/>
              <a:rect r="r" b="b" t="t" l="l"/>
              <a:pathLst>
                <a:path h="3613277" w="2862453">
                  <a:moveTo>
                    <a:pt x="0" y="0"/>
                  </a:moveTo>
                  <a:lnTo>
                    <a:pt x="2862453" y="0"/>
                  </a:lnTo>
                  <a:lnTo>
                    <a:pt x="2862453" y="3613277"/>
                  </a:lnTo>
                  <a:lnTo>
                    <a:pt x="0" y="3613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31" t="0" r="-129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39507" y="706854"/>
            <a:ext cx="1758342" cy="768584"/>
          </a:xfrm>
          <a:custGeom>
            <a:avLst/>
            <a:gdLst/>
            <a:ahLst/>
            <a:cxnLst/>
            <a:rect r="r" b="b" t="t" l="l"/>
            <a:pathLst>
              <a:path h="768584" w="1758342">
                <a:moveTo>
                  <a:pt x="0" y="0"/>
                </a:moveTo>
                <a:lnTo>
                  <a:pt x="1758343" y="0"/>
                </a:lnTo>
                <a:lnTo>
                  <a:pt x="1758343" y="768584"/>
                </a:lnTo>
                <a:lnTo>
                  <a:pt x="0" y="7685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64766" r="0" b="-6401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71798" y="2101001"/>
            <a:ext cx="6602273" cy="6602273"/>
          </a:xfrm>
          <a:custGeom>
            <a:avLst/>
            <a:gdLst/>
            <a:ahLst/>
            <a:cxnLst/>
            <a:rect r="r" b="b" t="t" l="l"/>
            <a:pathLst>
              <a:path h="6602273" w="6602273">
                <a:moveTo>
                  <a:pt x="0" y="0"/>
                </a:moveTo>
                <a:lnTo>
                  <a:pt x="6602273" y="0"/>
                </a:lnTo>
                <a:lnTo>
                  <a:pt x="6602273" y="6602272"/>
                </a:lnTo>
                <a:lnTo>
                  <a:pt x="0" y="6602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31227" y="5829300"/>
            <a:ext cx="9894770" cy="9894770"/>
          </a:xfrm>
          <a:custGeom>
            <a:avLst/>
            <a:gdLst/>
            <a:ahLst/>
            <a:cxnLst/>
            <a:rect r="r" b="b" t="t" l="l"/>
            <a:pathLst>
              <a:path h="9894770" w="9894770">
                <a:moveTo>
                  <a:pt x="0" y="0"/>
                </a:moveTo>
                <a:lnTo>
                  <a:pt x="9894770" y="0"/>
                </a:lnTo>
                <a:lnTo>
                  <a:pt x="9894770" y="9894770"/>
                </a:lnTo>
                <a:lnTo>
                  <a:pt x="0" y="9894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48850" y="1654750"/>
            <a:ext cx="11056372" cy="11056372"/>
          </a:xfrm>
          <a:custGeom>
            <a:avLst/>
            <a:gdLst/>
            <a:ahLst/>
            <a:cxnLst/>
            <a:rect r="r" b="b" t="t" l="l"/>
            <a:pathLst>
              <a:path h="11056372" w="11056372">
                <a:moveTo>
                  <a:pt x="0" y="0"/>
                </a:moveTo>
                <a:lnTo>
                  <a:pt x="11056372" y="0"/>
                </a:lnTo>
                <a:lnTo>
                  <a:pt x="11056372" y="11056372"/>
                </a:lnTo>
                <a:lnTo>
                  <a:pt x="0" y="11056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52191" y="8933402"/>
            <a:ext cx="2130009" cy="649795"/>
          </a:xfrm>
          <a:custGeom>
            <a:avLst/>
            <a:gdLst/>
            <a:ahLst/>
            <a:cxnLst/>
            <a:rect r="r" b="b" t="t" l="l"/>
            <a:pathLst>
              <a:path h="649795" w="2130009">
                <a:moveTo>
                  <a:pt x="0" y="0"/>
                </a:moveTo>
                <a:lnTo>
                  <a:pt x="2130009" y="0"/>
                </a:lnTo>
                <a:lnTo>
                  <a:pt x="2130009" y="649796"/>
                </a:lnTo>
                <a:lnTo>
                  <a:pt x="0" y="649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53937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0" y="0"/>
                </a:moveTo>
                <a:lnTo>
                  <a:pt x="4310739" y="0"/>
                </a:lnTo>
                <a:lnTo>
                  <a:pt x="43107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552191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4310739" y="0"/>
                </a:moveTo>
                <a:lnTo>
                  <a:pt x="0" y="0"/>
                </a:lnTo>
                <a:lnTo>
                  <a:pt x="0" y="4114800"/>
                </a:lnTo>
                <a:lnTo>
                  <a:pt x="4310739" y="4114800"/>
                </a:lnTo>
                <a:lnTo>
                  <a:pt x="4310739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54121" y="2522315"/>
            <a:ext cx="12637627" cy="518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9"/>
              </a:lnSpc>
            </a:pPr>
            <a:r>
              <a:rPr lang="en-US" sz="99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LIVE DEMONSTRATION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901502" y="0"/>
            <a:ext cx="2146792" cy="2709958"/>
            <a:chOff x="0" y="0"/>
            <a:chExt cx="2862390" cy="36132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62453" cy="3613277"/>
            </a:xfrm>
            <a:custGeom>
              <a:avLst/>
              <a:gdLst/>
              <a:ahLst/>
              <a:cxnLst/>
              <a:rect r="r" b="b" t="t" l="l"/>
              <a:pathLst>
                <a:path h="3613277" w="2862453">
                  <a:moveTo>
                    <a:pt x="0" y="0"/>
                  </a:moveTo>
                  <a:lnTo>
                    <a:pt x="2862453" y="0"/>
                  </a:lnTo>
                  <a:lnTo>
                    <a:pt x="2862453" y="3613277"/>
                  </a:lnTo>
                  <a:lnTo>
                    <a:pt x="0" y="3613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31" t="0" r="-129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439507" y="706854"/>
            <a:ext cx="1758342" cy="768584"/>
          </a:xfrm>
          <a:custGeom>
            <a:avLst/>
            <a:gdLst/>
            <a:ahLst/>
            <a:cxnLst/>
            <a:rect r="r" b="b" t="t" l="l"/>
            <a:pathLst>
              <a:path h="768584" w="1758342">
                <a:moveTo>
                  <a:pt x="0" y="0"/>
                </a:moveTo>
                <a:lnTo>
                  <a:pt x="1758343" y="0"/>
                </a:lnTo>
                <a:lnTo>
                  <a:pt x="1758343" y="768584"/>
                </a:lnTo>
                <a:lnTo>
                  <a:pt x="0" y="7685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64766" r="0" b="-6401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80530" y="961139"/>
            <a:ext cx="6602273" cy="6602273"/>
          </a:xfrm>
          <a:custGeom>
            <a:avLst/>
            <a:gdLst/>
            <a:ahLst/>
            <a:cxnLst/>
            <a:rect r="r" b="b" t="t" l="l"/>
            <a:pathLst>
              <a:path h="6602273" w="6602273">
                <a:moveTo>
                  <a:pt x="0" y="0"/>
                </a:moveTo>
                <a:lnTo>
                  <a:pt x="6602272" y="0"/>
                </a:lnTo>
                <a:lnTo>
                  <a:pt x="6602272" y="6602273"/>
                </a:lnTo>
                <a:lnTo>
                  <a:pt x="0" y="66022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11910" y="5789343"/>
            <a:ext cx="9894770" cy="9894770"/>
          </a:xfrm>
          <a:custGeom>
            <a:avLst/>
            <a:gdLst/>
            <a:ahLst/>
            <a:cxnLst/>
            <a:rect r="r" b="b" t="t" l="l"/>
            <a:pathLst>
              <a:path h="9894770" w="9894770">
                <a:moveTo>
                  <a:pt x="0" y="0"/>
                </a:moveTo>
                <a:lnTo>
                  <a:pt x="9894770" y="0"/>
                </a:lnTo>
                <a:lnTo>
                  <a:pt x="9894770" y="9894770"/>
                </a:lnTo>
                <a:lnTo>
                  <a:pt x="0" y="9894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48850" y="1654750"/>
            <a:ext cx="11056372" cy="11056372"/>
          </a:xfrm>
          <a:custGeom>
            <a:avLst/>
            <a:gdLst/>
            <a:ahLst/>
            <a:cxnLst/>
            <a:rect r="r" b="b" t="t" l="l"/>
            <a:pathLst>
              <a:path h="11056372" w="11056372">
                <a:moveTo>
                  <a:pt x="0" y="0"/>
                </a:moveTo>
                <a:lnTo>
                  <a:pt x="11056372" y="0"/>
                </a:lnTo>
                <a:lnTo>
                  <a:pt x="11056372" y="11056372"/>
                </a:lnTo>
                <a:lnTo>
                  <a:pt x="0" y="11056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52191" y="8933402"/>
            <a:ext cx="2130009" cy="649795"/>
          </a:xfrm>
          <a:custGeom>
            <a:avLst/>
            <a:gdLst/>
            <a:ahLst/>
            <a:cxnLst/>
            <a:rect r="r" b="b" t="t" l="l"/>
            <a:pathLst>
              <a:path h="649795" w="2130009">
                <a:moveTo>
                  <a:pt x="0" y="0"/>
                </a:moveTo>
                <a:lnTo>
                  <a:pt x="2130009" y="0"/>
                </a:lnTo>
                <a:lnTo>
                  <a:pt x="2130009" y="649796"/>
                </a:lnTo>
                <a:lnTo>
                  <a:pt x="0" y="649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53937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0" y="0"/>
                </a:moveTo>
                <a:lnTo>
                  <a:pt x="4310739" y="0"/>
                </a:lnTo>
                <a:lnTo>
                  <a:pt x="43107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552191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4310739" y="0"/>
                </a:moveTo>
                <a:lnTo>
                  <a:pt x="0" y="0"/>
                </a:lnTo>
                <a:lnTo>
                  <a:pt x="0" y="4114800"/>
                </a:lnTo>
                <a:lnTo>
                  <a:pt x="4310739" y="4114800"/>
                </a:lnTo>
                <a:lnTo>
                  <a:pt x="4310739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863692" y="566661"/>
            <a:ext cx="10560615" cy="847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2"/>
              </a:lnSpc>
            </a:pPr>
            <a:r>
              <a:rPr lang="en-US" sz="449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RULES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0629" y="2603568"/>
            <a:ext cx="17666741" cy="6191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6462" indent="-248821" lvl="2">
              <a:lnSpc>
                <a:spcPts val="6643"/>
              </a:lnSpc>
              <a:buFont typeface="Arial"/>
              <a:buChar char="⚬"/>
            </a:pPr>
            <a:r>
              <a:rPr lang="en-US" sz="3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 NOT CHANGE THE SLIDE SEQUENCE.</a:t>
            </a:r>
          </a:p>
          <a:p>
            <a:pPr algn="l" marL="746462" indent="-248821" lvl="2">
              <a:lnSpc>
                <a:spcPts val="6643"/>
              </a:lnSpc>
              <a:buFont typeface="Arial"/>
              <a:buChar char="⚬"/>
            </a:pPr>
            <a:r>
              <a:rPr lang="en-US" sz="3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ADD DIAGRAMS WHEREVER NECESSARY.</a:t>
            </a:r>
          </a:p>
          <a:p>
            <a:pPr algn="l" marL="746462" indent="-248821" lvl="2">
              <a:lnSpc>
                <a:spcPts val="6643"/>
              </a:lnSpc>
              <a:buFont typeface="Arial"/>
              <a:buChar char="⚬"/>
            </a:pPr>
            <a:r>
              <a:rPr lang="en-US" sz="3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TEAMS MUST PRESENT A LIVE WORKING DEMONSTRATION OF THEIR SOLUTION WITHIN THE ALLOCATED TIME.</a:t>
            </a:r>
          </a:p>
          <a:p>
            <a:pPr algn="l" marL="746462" indent="-248821" lvl="2">
              <a:lnSpc>
                <a:spcPts val="6643"/>
              </a:lnSpc>
              <a:buFont typeface="Arial"/>
              <a:buChar char="⚬"/>
            </a:pPr>
            <a:r>
              <a:rPr lang="en-US" sz="3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KEEP THE PRESENTATION LIMITED TO A MAXIMUM OF 7 SLIDES.</a:t>
            </a:r>
          </a:p>
          <a:p>
            <a:pPr algn="l" marL="746462" indent="-248821" lvl="2">
              <a:lnSpc>
                <a:spcPts val="6643"/>
              </a:lnSpc>
              <a:buFont typeface="Arial"/>
              <a:buChar char="⚬"/>
            </a:pPr>
            <a:r>
              <a:rPr lang="en-US" sz="3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 BULLET POINTS INSTEAD OF PARAGRAPHS.</a:t>
            </a:r>
          </a:p>
          <a:p>
            <a:pPr algn="l" marL="746462" indent="-248821" lvl="2">
              <a:lnSpc>
                <a:spcPts val="6643"/>
              </a:lnSpc>
              <a:buFont typeface="Arial"/>
              <a:buChar char="⚬"/>
            </a:pPr>
            <a:r>
              <a:rPr lang="en-US" sz="3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DELETE THIS SLIDE BEFORE SUBMISSION.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901502" y="0"/>
            <a:ext cx="2146792" cy="2709958"/>
            <a:chOff x="0" y="0"/>
            <a:chExt cx="2862390" cy="36132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62453" cy="3613277"/>
            </a:xfrm>
            <a:custGeom>
              <a:avLst/>
              <a:gdLst/>
              <a:ahLst/>
              <a:cxnLst/>
              <a:rect r="r" b="b" t="t" l="l"/>
              <a:pathLst>
                <a:path h="3613277" w="2862453">
                  <a:moveTo>
                    <a:pt x="0" y="0"/>
                  </a:moveTo>
                  <a:lnTo>
                    <a:pt x="2862453" y="0"/>
                  </a:lnTo>
                  <a:lnTo>
                    <a:pt x="2862453" y="3613277"/>
                  </a:lnTo>
                  <a:lnTo>
                    <a:pt x="0" y="3613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31" t="0" r="-129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39507" y="706854"/>
            <a:ext cx="1758342" cy="768584"/>
          </a:xfrm>
          <a:custGeom>
            <a:avLst/>
            <a:gdLst/>
            <a:ahLst/>
            <a:cxnLst/>
            <a:rect r="r" b="b" t="t" l="l"/>
            <a:pathLst>
              <a:path h="768584" w="1758342">
                <a:moveTo>
                  <a:pt x="0" y="0"/>
                </a:moveTo>
                <a:lnTo>
                  <a:pt x="1758343" y="0"/>
                </a:lnTo>
                <a:lnTo>
                  <a:pt x="1758343" y="768584"/>
                </a:lnTo>
                <a:lnTo>
                  <a:pt x="0" y="7685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64766" r="0" b="-6401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65036" y="1842364"/>
            <a:ext cx="6602273" cy="6602273"/>
          </a:xfrm>
          <a:custGeom>
            <a:avLst/>
            <a:gdLst/>
            <a:ahLst/>
            <a:cxnLst/>
            <a:rect r="r" b="b" t="t" l="l"/>
            <a:pathLst>
              <a:path h="6602273" w="6602273">
                <a:moveTo>
                  <a:pt x="0" y="0"/>
                </a:moveTo>
                <a:lnTo>
                  <a:pt x="6602273" y="0"/>
                </a:lnTo>
                <a:lnTo>
                  <a:pt x="6602273" y="6602272"/>
                </a:lnTo>
                <a:lnTo>
                  <a:pt x="0" y="6602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11910" y="5789343"/>
            <a:ext cx="9894770" cy="9894770"/>
          </a:xfrm>
          <a:custGeom>
            <a:avLst/>
            <a:gdLst/>
            <a:ahLst/>
            <a:cxnLst/>
            <a:rect r="r" b="b" t="t" l="l"/>
            <a:pathLst>
              <a:path h="9894770" w="9894770">
                <a:moveTo>
                  <a:pt x="0" y="0"/>
                </a:moveTo>
                <a:lnTo>
                  <a:pt x="9894770" y="0"/>
                </a:lnTo>
                <a:lnTo>
                  <a:pt x="9894770" y="9894770"/>
                </a:lnTo>
                <a:lnTo>
                  <a:pt x="0" y="9894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48850" y="1654750"/>
            <a:ext cx="11056372" cy="11056372"/>
          </a:xfrm>
          <a:custGeom>
            <a:avLst/>
            <a:gdLst/>
            <a:ahLst/>
            <a:cxnLst/>
            <a:rect r="r" b="b" t="t" l="l"/>
            <a:pathLst>
              <a:path h="11056372" w="11056372">
                <a:moveTo>
                  <a:pt x="0" y="0"/>
                </a:moveTo>
                <a:lnTo>
                  <a:pt x="11056372" y="0"/>
                </a:lnTo>
                <a:lnTo>
                  <a:pt x="11056372" y="11056372"/>
                </a:lnTo>
                <a:lnTo>
                  <a:pt x="0" y="11056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52191" y="8933402"/>
            <a:ext cx="2130009" cy="649795"/>
          </a:xfrm>
          <a:custGeom>
            <a:avLst/>
            <a:gdLst/>
            <a:ahLst/>
            <a:cxnLst/>
            <a:rect r="r" b="b" t="t" l="l"/>
            <a:pathLst>
              <a:path h="649795" w="2130009">
                <a:moveTo>
                  <a:pt x="0" y="0"/>
                </a:moveTo>
                <a:lnTo>
                  <a:pt x="2130009" y="0"/>
                </a:lnTo>
                <a:lnTo>
                  <a:pt x="2130009" y="649796"/>
                </a:lnTo>
                <a:lnTo>
                  <a:pt x="0" y="649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53937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0" y="0"/>
                </a:moveTo>
                <a:lnTo>
                  <a:pt x="4310739" y="0"/>
                </a:lnTo>
                <a:lnTo>
                  <a:pt x="43107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552191" y="-1382963"/>
            <a:ext cx="4310739" cy="4114800"/>
          </a:xfrm>
          <a:custGeom>
            <a:avLst/>
            <a:gdLst/>
            <a:ahLst/>
            <a:cxnLst/>
            <a:rect r="r" b="b" t="t" l="l"/>
            <a:pathLst>
              <a:path h="4114800" w="4310739">
                <a:moveTo>
                  <a:pt x="4310739" y="0"/>
                </a:moveTo>
                <a:lnTo>
                  <a:pt x="0" y="0"/>
                </a:lnTo>
                <a:lnTo>
                  <a:pt x="0" y="4114800"/>
                </a:lnTo>
                <a:lnTo>
                  <a:pt x="4310739" y="4114800"/>
                </a:lnTo>
                <a:lnTo>
                  <a:pt x="4310739" y="0"/>
                </a:lnTo>
                <a:close/>
              </a:path>
            </a:pathLst>
          </a:custGeom>
          <a:blipFill>
            <a:blip r:embed="rId8">
              <a:alphaModFix amt="7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7" t="0" r="-47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901502" y="0"/>
            <a:ext cx="2146792" cy="2709958"/>
            <a:chOff x="0" y="0"/>
            <a:chExt cx="2862390" cy="36132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62453" cy="3613277"/>
            </a:xfrm>
            <a:custGeom>
              <a:avLst/>
              <a:gdLst/>
              <a:ahLst/>
              <a:cxnLst/>
              <a:rect r="r" b="b" t="t" l="l"/>
              <a:pathLst>
                <a:path h="3613277" w="2862453">
                  <a:moveTo>
                    <a:pt x="0" y="0"/>
                  </a:moveTo>
                  <a:lnTo>
                    <a:pt x="2862453" y="0"/>
                  </a:lnTo>
                  <a:lnTo>
                    <a:pt x="2862453" y="3613277"/>
                  </a:lnTo>
                  <a:lnTo>
                    <a:pt x="0" y="3613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31" t="0" r="-129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079241" y="4029285"/>
            <a:ext cx="14129509" cy="2076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01"/>
              </a:lnSpc>
            </a:pPr>
            <a:r>
              <a:rPr lang="en-US" sz="12710" b="true">
                <a:solidFill>
                  <a:srgbClr val="FFFFFF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THANK YOU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39507" y="706854"/>
            <a:ext cx="1758342" cy="768584"/>
          </a:xfrm>
          <a:custGeom>
            <a:avLst/>
            <a:gdLst/>
            <a:ahLst/>
            <a:cxnLst/>
            <a:rect r="r" b="b" t="t" l="l"/>
            <a:pathLst>
              <a:path h="768584" w="1758342">
                <a:moveTo>
                  <a:pt x="0" y="0"/>
                </a:moveTo>
                <a:lnTo>
                  <a:pt x="1758343" y="0"/>
                </a:lnTo>
                <a:lnTo>
                  <a:pt x="1758343" y="768584"/>
                </a:lnTo>
                <a:lnTo>
                  <a:pt x="0" y="7685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64766" r="0" b="-6401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DAHDJ715bGo</dc:identifier>
  <dcterms:modified xsi:type="dcterms:W3CDTF">2011-08-01T06:04:30Z</dcterms:modified>
  <cp:revision>1</cp:revision>
  <dc:title>Pptx Template.pptx</dc:title>
</cp:coreProperties>
</file>